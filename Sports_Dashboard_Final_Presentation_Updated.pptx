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Sports Dashboard Analysis using Microsoft Excel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47548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Project Description</a:t>
            </a:r>
          </a:p>
          <a:p>
            <a:pPr lvl="1">
              <a:defRPr sz="1800"/>
            </a:pPr>
            <a:r>
              <a:t>Developed an interactive Excel dashboard using Pivot Tables, Pivot Charts and Slicers.</a:t>
            </a:r>
          </a:p>
          <a:p>
            <a:pPr lvl="1">
              <a:defRPr sz="1800"/>
            </a:pPr>
            <a:r>
              <a:t>Analyzes athlete data including Gender, Sports, Country, Weight, Blood Type and Salary.</a:t>
            </a:r>
          </a:p>
          <a:p>
            <a:pPr lvl="1">
              <a:defRPr sz="1800"/>
            </a:pPr>
            <a:r>
              <a:t>Provides dynamic filtering for quick insights and reporting.</a:t>
            </a:r>
          </a:p>
        </p:txBody>
      </p:sp>
      <p:pic>
        <p:nvPicPr>
          <p:cNvPr id="4" name="Picture 3" descr="Screenshot 2026-07-18 1934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731520"/>
            <a:ext cx="56692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Dashboard Overview</a:t>
            </a:r>
          </a:p>
        </p:txBody>
      </p:sp>
      <p:pic>
        <p:nvPicPr>
          <p:cNvPr id="3" name="Picture 2" descr="Screenshot 2026-07-18 1935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31520"/>
            <a:ext cx="5486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914400"/>
            <a:ext cx="5029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Highlights</a:t>
            </a:r>
          </a:p>
          <a:p>
            <a:pPr lvl="1">
              <a:defRPr sz="1800"/>
            </a:pPr>
            <a:r>
              <a:t>Interactive dashboard with slicers.</a:t>
            </a:r>
          </a:p>
          <a:p>
            <a:pPr lvl="1">
              <a:defRPr sz="1800"/>
            </a:pPr>
            <a:r>
              <a:t>Gender, Sports and Country comparisons.</a:t>
            </a:r>
          </a:p>
          <a:p>
            <a:pPr lvl="1">
              <a:defRPr sz="1800"/>
            </a:pPr>
            <a:r>
              <a:t>Dynamic filtering.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Weight Analysis</a:t>
            </a:r>
          </a:p>
        </p:txBody>
      </p:sp>
      <p:pic>
        <p:nvPicPr>
          <p:cNvPr id="3" name="Picture 2" descr="Screenshot 2026-07-18 1935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31520"/>
            <a:ext cx="5486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914400"/>
            <a:ext cx="5029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Highlights</a:t>
            </a:r>
          </a:p>
          <a:p>
            <a:pPr lvl="1">
              <a:defRPr sz="1800"/>
            </a:pPr>
            <a:r>
              <a:t>Displays total weight by selected sport.</a:t>
            </a:r>
          </a:p>
          <a:p>
            <a:pPr lvl="1">
              <a:defRPr sz="1800"/>
            </a:pPr>
            <a:r>
              <a:t>Cycling Track selected in current view.</a:t>
            </a:r>
          </a:p>
          <a:p>
            <a:pPr lvl="1">
              <a:defRPr sz="1800"/>
            </a:pPr>
            <a:r>
              <a:t>Useful for sports-wise comparison.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Salary Analysis</a:t>
            </a:r>
          </a:p>
        </p:txBody>
      </p:sp>
      <p:pic>
        <p:nvPicPr>
          <p:cNvPr id="3" name="Picture 2" descr="Screenshot 2026-07-18 1935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31520"/>
            <a:ext cx="5486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914400"/>
            <a:ext cx="5029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Highlights</a:t>
            </a:r>
          </a:p>
          <a:p>
            <a:pPr lvl="1">
              <a:defRPr sz="1800"/>
            </a:pPr>
            <a:r>
              <a:t>Female Salary: 170,464</a:t>
            </a:r>
          </a:p>
          <a:p>
            <a:pPr lvl="1">
              <a:defRPr sz="1800"/>
            </a:pPr>
            <a:r>
              <a:t>Male Salary: 71,352</a:t>
            </a:r>
          </a:p>
          <a:p>
            <a:pPr lvl="1">
              <a:defRPr sz="1800"/>
            </a:pPr>
            <a:r>
              <a:t>Female share ~70%, Male ~30%.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Conclusion</a:t>
            </a:r>
          </a:p>
          <a:p>
            <a:pPr lvl="1">
              <a:defRPr sz="2000"/>
            </a:pPr>
            <a:r>
              <a:t>The Sports Dashboard successfully transforms raw athlete data into meaningful visual insights.</a:t>
            </a:r>
          </a:p>
          <a:p>
            <a:pPr lvl="1">
              <a:defRPr sz="2000"/>
            </a:pPr>
            <a:r>
              <a:t>Interactive slicers allow quick exploration by gender, sport, language and blood type.</a:t>
            </a:r>
          </a:p>
          <a:p>
            <a:pPr lvl="1">
              <a:defRPr sz="2000"/>
            </a:pPr>
            <a:r>
              <a:t>Excel dashboards improve reporting efficiency and support data-driven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/>
            </a:pPr>
            <a:r>
              <a:t>Thank You!</a:t>
            </a:r>
            <a:br/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